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DM Sans Medium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font" Target="fonts/DMSansMedium-bold.fntdata"/><Relationship Id="rId12" Type="http://schemas.openxmlformats.org/officeDocument/2006/relationships/font" Target="fonts/DMSansMedium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Medium-boldItalic.fntdata"/><Relationship Id="rId14" Type="http://schemas.openxmlformats.org/officeDocument/2006/relationships/font" Target="fonts/DMSansMedium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95500" y="2305050"/>
            <a:ext cx="8001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Oceans in Peril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228975"/>
            <a:ext cx="7620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Climate Change Impacts on Marine Ecosystems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7909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Analyzing the Anthropogenic Drivers of Ocean Warming, Acidification, and Biodiversity Loss.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9225"/>
            <a:ext cx="11049000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809750" y="1419225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ocean stores approximately 91% of the excess heat energy trapped in the Earth's system. Heat gain is accelerating, reaching record levels of 464 ± 55 ZJ in 2023.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890962" y="6134100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World Meteorological Organization (WMO) 2024 Report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52425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Rising Global Ocean Heat Content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571500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Ecosystem Fragility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2819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1476375"/>
            <a:ext cx="346043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Coral Bleaching Crisis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200025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Coral reefs support 25% of all marine species. Recurrent thermal stress causes corals to expel symbiotic algae, leading to bleaching and mass mortality.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30003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Current models predict that even with a 1.5°C limit on global warming, 70-90% of coral reefs may disappear by 2050. At 2.0°C, the loss exceeds 99%.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9812"/>
            <a:ext cx="5286375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09812"/>
            <a:ext cx="52863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4167187"/>
            <a:ext cx="465772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914400" y="2595562"/>
            <a:ext cx="48906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Chemical Shifts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14400" y="3119437"/>
            <a:ext cx="46577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ocean absorbs ~25% of annual CO2 emissions. This alters seawater chemistry, leading to a decrease in pH and carbonate ion availability.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677025" y="2595562"/>
            <a:ext cx="489061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on Calcifiers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677025" y="3119437"/>
            <a:ext cx="46577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Lower carbonate levels impede the ability of organisms like corals, oysters, and pteropods to build their calcium carbonate skeletons and shells.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91022" y="4382988"/>
            <a:ext cx="2504330" cy="16207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800850" y="41290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867525" y="4129087"/>
            <a:ext cx="4467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Reduced shell strength and density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800850" y="45100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867525" y="4510087"/>
            <a:ext cx="4467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Increased energy expenditure for maintenance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800850" y="48910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867525" y="4891087"/>
            <a:ext cx="4467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Disruption of the entire marine food web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Invisible Crisis: Acidification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4087"/>
            <a:ext cx="3492549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24087"/>
            <a:ext cx="3492549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24087"/>
            <a:ext cx="3492549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94225" y="3309937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Marine Protection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66775" y="3833812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Expanding Marine Protected Areas (MPAs) to cover 30% of global oceans to allow ecosystem recovery and foster resilience against climate shocks.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572524" y="3309937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Blue Carbon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45074" y="3833812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Restoring coastal ecosystems like mangroves, seagrasses, and salt marshes that sequester carbon up to 10 times faster than terrestrial forests.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350824" y="3309937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 Monitoring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23374" y="3833812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Utilizing AI-driven data from Argo floats and satellite imagery to track thermal anomalies and predict bleaching events in real-time.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5765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5765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5765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Pathways to Marine Resilience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3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1895475" y="3195637"/>
            <a:ext cx="84010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1895475" y="3957637"/>
            <a:ext cx="84010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1895475" y="3957637"/>
            <a:ext cx="84010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5475" y="3338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2990850" y="3345656"/>
            <a:ext cx="73056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https://images.stockcake.com/public/e/c/9/ec98d5a1-8c1d-47eb-b746-3e6c9b959ccd/serene-coral-ecosystem-stockcake.jpg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2990850" y="3579018"/>
            <a:ext cx="7305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stockcake.com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5475" y="4110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2990850" y="4117181"/>
            <a:ext cx="73056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https://img.freepik.com/free-photo/underwater-light-rays_84443-83960.jpg?semt=ais_hybrid&amp;w=740&amp;q=80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2990850" y="4350543"/>
            <a:ext cx="7305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www.freepik.com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