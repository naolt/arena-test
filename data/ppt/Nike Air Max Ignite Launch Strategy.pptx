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Urbanist Black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Blac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Black-boldItalic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962150"/>
            <a:ext cx="114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85611" y="3105150"/>
            <a:ext cx="62207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IGNITE </a:t>
            </a:r>
            <a:r>
              <a:rPr b="0" i="0" lang="en-US" sz="600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THE PEAK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9814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2024 Global Launch Strategy for Nike Air Max Ignite. Targeting Gen Z Trailblazers on Instagram &amp; TikTok.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3125"/>
            <a:ext cx="52863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43125"/>
            <a:ext cx="52863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8863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 1: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Dominate the TikTok #IgnitePeak challenge with 100k+ UGC entries in Week 1.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48863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 2: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Drive 1.5M direct sessions to the SNKRS App via Instagram Story Shop links.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533650"/>
            <a:ext cx="4505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250M+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676650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SOCIAL IMPRESSIONS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533650"/>
            <a:ext cx="4505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FF66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12%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676650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ENGAGEMENT RATE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CAMPAIGN KPI OBJECTIVES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95250" cy="55245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52500" y="762000"/>
            <a:ext cx="46005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CORE CHANNEL STRATEGY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62000" y="762000"/>
            <a:ext cx="95250" cy="8763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2669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2019300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TIKTOK: THE VIRAL SPARK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2524125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Leveraging Branded Hashtag Challenges (#IgnitePeak) and 50+ Micro-influencer 'Unboxing' transitions to drive rapid awareness and UGC.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404812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66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INSTAGRAM: CULTURAL HYPE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455295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High-fidelity 'Swoosh Stories' and cinematic Reels focused on urban style integration. Utilizing IG Collabs with marquee athletes for elite credibility.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71500" y="4000500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07968" y="3048000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TEASE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6750" y="4305300"/>
            <a:ext cx="235074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WEEKS 1-2: 15-second cryptic TikTok teasers &amp; IG countdowns. Influencer seed kits distributed.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343888" y="3048000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DROP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502669" y="4305300"/>
            <a:ext cx="235074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DAY 0: Global Live Stream on TikTok Shop. SNKRS App "Shock Drop" for members only.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179808" y="3048000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UGC WAVE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38589" y="4305300"/>
            <a:ext cx="235074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WEEKS 3-4: #IgnitePeak challenge goes live. Best fan content featured on Nike main feeds.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015728" y="3048000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CFF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SUSTAIN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174509" y="4305300"/>
            <a:ext cx="235074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MONTH 2+: Retargeting ads based on engagement. Limited edition colorway drops.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LAUNCH EXECUTION ROADMAP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95250" cy="55245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746870" y="4181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CC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82790" y="4181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CC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418709" y="4181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CC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0254629" y="4181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CC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657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TOTAL PROJECTED ROAS: 4.2x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BUDGET &amp; AD SPEND SPLIT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95250" cy="55245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7600"/>
            <a:ext cx="15049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666875" y="36647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https://fuckingyoung.es/wp-content/uploads/2026/02/2026_02_09_Nike_UnlimitedAir_Milano_0199.jpg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666875" y="38981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fuckingyoung.es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IMAGE SOURCES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55245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